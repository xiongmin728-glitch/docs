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8B79B-97F5-F1C1-9B61-A3CED4D0A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F4426-A7EB-6F01-4C75-D129A6A44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9DF5-6EDC-C17E-2439-2698DA17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1A5F-72C5-0B06-AA83-48FB3F48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E7CDC-F31E-CFB8-A110-74C6CD8A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6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D477-4C87-1804-704E-54B4F854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15414-FDD7-10BE-62ED-F6E8C96F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03714-663A-E122-9ACD-85DF9846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6BF54-B6DC-F3B3-CF21-3A869E03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379C-E725-1E91-3C71-587BC995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4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627A-7BEC-865F-710D-AB7EA935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3EC0D-94FA-156C-8B63-F3B1212E9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4D5A4-EBC0-4CDE-0553-939903A2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CF282-5DAC-EE0D-F8C9-7A44A885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FF141-4A19-926B-3D51-E5ABBAC7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5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7815-5437-FE46-C9E0-01321C37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3E26-8DFA-4746-CE2D-9730AF10B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4D420-1F0E-DFA2-D843-027D749CB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26FA1-1530-C517-7DBD-BC062CFF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EED17-E927-B5E1-17AA-8E411B5E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BB2A5-4A33-F835-415C-61234F73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4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AD1-3C1E-9EF6-8F28-EDFD2AD4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21D0-97BD-C44E-75AB-63F81B61F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96353-E209-C754-2D6B-1B1CA0F8A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A6548-0FF6-4F28-9287-901684764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E446F-D5FE-55D6-A5D5-28187846C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C5C855-1124-9D58-5786-0035CAC1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45EB5-F4B1-6301-3DB3-49E93E92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AB06E-C43E-0247-E0DB-71B5F5B6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5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3A45-4CAA-BCF5-D52E-A26722E3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82CA5-6DA5-AF53-14DF-E55FA0C6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91F69-1966-84B4-97AF-66CFEDB0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7E6E9-62E4-DE90-0E5A-4896F6D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2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2609D-4F62-2029-B49A-0710E95A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CA0FF-F36F-34F8-B795-6BF65D0D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4B2A8-D269-D0DF-C09D-7C09D10B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4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895D-28BD-0B9B-E258-93503B80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03A9D-CF34-4A9D-C996-4F4DE7FC6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09441-9BDF-40C2-384C-3A47C3108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03437-96B5-41CB-5AC5-1DB297F5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E860E-12DF-6D3D-B8A4-B5C61980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46415-BEC1-807C-D65E-D77A40DF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23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7442-4985-B6CB-4E25-889CA652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C2A4B-228E-AFC1-3285-804D8CBF9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B987F-A47A-239F-F23B-183659991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7A454-3498-5D28-31E2-0EB95301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B1F29-97E7-67B9-3A84-BA366936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5A534-B776-7E9A-ADC1-4C173CE29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8B06-E495-F801-AD26-3434B44B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6128F-4173-9CAD-A9C9-008D14B58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8527F-A97A-F5B6-DF40-8E026881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3AE4F-1B10-1976-28F9-23DBF8B3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7F40E-C8A1-B40C-1F48-8FB226CB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0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C0362-1494-17F7-CB57-BC05910DF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53F7D-6B67-5B60-EB0B-B95F09C8E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8D4B-C88A-4EC0-78E9-3A8C06EE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72D1B-407F-F572-AF9D-015F8BA7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3CC94-AE9A-E316-CD0F-A467B2A9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4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5CA10-11D4-9F07-1503-1E79DAFE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C7128-B655-03AD-ED1D-567622054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2096E-8CB8-AE79-DF9D-52F87F49C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D14AA-1B34-AA4F-ABA6-50661295769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27829-BB40-641D-58D6-042FD2C20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212E1-6DDA-70AF-B374-9E9171A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EF9F8-177B-3548-8E49-7D17180E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7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EF4907-532C-60A8-F21C-88A7A4D2DCDE}"/>
              </a:ext>
            </a:extLst>
          </p:cNvPr>
          <p:cNvSpPr txBox="1"/>
          <p:nvPr/>
        </p:nvSpPr>
        <p:spPr>
          <a:xfrm>
            <a:off x="430925" y="680572"/>
            <a:ext cx="8765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olist</a:t>
            </a:r>
            <a:r>
              <a:rPr lang="en-US" dirty="0"/>
              <a:t>/work-at-</a:t>
            </a:r>
            <a:r>
              <a:rPr lang="en-US" dirty="0" err="1"/>
              <a:t>olist</a:t>
            </a:r>
            <a:r>
              <a:rPr lang="en-US" dirty="0"/>
              <a:t>-data/tree/master/datasets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89A28-222D-FCA9-2C83-F156BC735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25" y="1291263"/>
            <a:ext cx="7310868" cy="5389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99014E-E81E-5CB5-5430-1B2D4C18FDE3}"/>
              </a:ext>
            </a:extLst>
          </p:cNvPr>
          <p:cNvSpPr txBox="1"/>
          <p:nvPr/>
        </p:nvSpPr>
        <p:spPr>
          <a:xfrm>
            <a:off x="1534510" y="31531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介绍数据源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160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2D5417-B80A-9D8E-267A-E6E4E22AE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7" y="146344"/>
            <a:ext cx="11333206" cy="6565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3CED12-97E1-8DAD-99C5-8EE23A0DB633}"/>
              </a:ext>
            </a:extLst>
          </p:cNvPr>
          <p:cNvSpPr txBox="1"/>
          <p:nvPr/>
        </p:nvSpPr>
        <p:spPr>
          <a:xfrm>
            <a:off x="1671143" y="1639614"/>
            <a:ext cx="5801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介绍数据之间的相互关系和本次项目使用到的数据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57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7FCA-D23C-CDFA-E8A8-649FE02A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2D09E-3E0D-3D07-E54A-7B718946401D}"/>
              </a:ext>
            </a:extLst>
          </p:cNvPr>
          <p:cNvSpPr txBox="1"/>
          <p:nvPr/>
        </p:nvSpPr>
        <p:spPr>
          <a:xfrm>
            <a:off x="384764" y="1308538"/>
            <a:ext cx="105775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以价格为研究方向</a:t>
            </a:r>
            <a:r>
              <a:rPr lang="zh-CN" altLang="en-US" dirty="0"/>
              <a:t>，所以只选取了其中</a:t>
            </a:r>
            <a:r>
              <a:rPr lang="en-US" altLang="zh-CN" dirty="0"/>
              <a:t>5</a:t>
            </a:r>
            <a:r>
              <a:rPr lang="zh-CN" altLang="en-US" dirty="0"/>
              <a:t>张表</a:t>
            </a:r>
            <a:endParaRPr lang="en-US" altLang="zh-CN" dirty="0"/>
          </a:p>
          <a:p>
            <a:r>
              <a:rPr lang="zh-CN" altLang="en-US" dirty="0"/>
              <a:t>为了保证数据安全，数据集中没有具体的</a:t>
            </a:r>
            <a:r>
              <a:rPr lang="en-US" altLang="zh-CN" dirty="0" err="1"/>
              <a:t>itemname</a:t>
            </a:r>
            <a:r>
              <a:rPr lang="zh-CN" altLang="en-US" dirty="0"/>
              <a:t>，</a:t>
            </a:r>
            <a:r>
              <a:rPr lang="en-US" altLang="zh-CN" dirty="0" err="1"/>
              <a:t>productname</a:t>
            </a:r>
            <a:r>
              <a:rPr lang="zh-CN" altLang="en-US" dirty="0"/>
              <a:t>， </a:t>
            </a:r>
            <a:r>
              <a:rPr lang="en-US" altLang="zh-CN" dirty="0"/>
              <a:t>seller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， </a:t>
            </a:r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样品数据</a:t>
            </a:r>
            <a:endParaRPr lang="en-US" altLang="zh-CN" dirty="0"/>
          </a:p>
          <a:p>
            <a:r>
              <a:rPr lang="zh-CN" altLang="en-US" dirty="0"/>
              <a:t>本项目使用 </a:t>
            </a:r>
            <a:r>
              <a:rPr lang="en-US" dirty="0" err="1"/>
              <a:t>Olist</a:t>
            </a:r>
            <a:r>
              <a:rPr lang="en-US" dirty="0"/>
              <a:t> </a:t>
            </a:r>
            <a:r>
              <a:rPr lang="zh-CN" altLang="en-US" dirty="0"/>
              <a:t>巴西电商公开数据集中的订单明细，增加了</a:t>
            </a:r>
            <a:r>
              <a:rPr lang="en-US" b="1" dirty="0" err="1"/>
              <a:t>product_category_name_translatio表将葡萄牙语转化为英语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9B5FA-5EEF-4B2A-7D9D-8366803816B1}"/>
              </a:ext>
            </a:extLst>
          </p:cNvPr>
          <p:cNvSpPr txBox="1"/>
          <p:nvPr/>
        </p:nvSpPr>
        <p:spPr>
          <a:xfrm>
            <a:off x="567558" y="3321269"/>
            <a:ext cx="552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增加一个slide</a:t>
            </a:r>
            <a:r>
              <a:rPr lang="zh-CN" altLang="en-US" dirty="0"/>
              <a:t>，介绍每张表的用途？？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50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E8DF-8CCC-CC18-BCB8-87F4F070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AD7F1-017E-B206-85BF-E0410891F4B5}"/>
              </a:ext>
            </a:extLst>
          </p:cNvPr>
          <p:cNvSpPr txBox="1"/>
          <p:nvPr/>
        </p:nvSpPr>
        <p:spPr>
          <a:xfrm>
            <a:off x="1650124" y="935421"/>
            <a:ext cx="4445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分析价格分布特征，识别长尾现象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56E1F-B0B1-C5A1-6DF8-A006A80030E2}"/>
              </a:ext>
            </a:extLst>
          </p:cNvPr>
          <p:cNvSpPr txBox="1"/>
          <p:nvPr/>
        </p:nvSpPr>
        <p:spPr>
          <a:xfrm>
            <a:off x="1650124" y="16073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理解整体价格结构，避免被平均值误导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43657-2888-6CE9-E68E-FA46B6DD32A3}"/>
              </a:ext>
            </a:extLst>
          </p:cNvPr>
          <p:cNvSpPr txBox="1"/>
          <p:nvPr/>
        </p:nvSpPr>
        <p:spPr>
          <a:xfrm>
            <a:off x="1965434" y="30480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图例</a:t>
            </a:r>
            <a:r>
              <a:rPr lang="zh-CN" altLang="en-US" dirty="0"/>
              <a:t>？ 数据？？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19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3FCB-1829-B654-3F2B-063D6357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AF272-F490-C87A-734B-F68550E6C5E0}"/>
              </a:ext>
            </a:extLst>
          </p:cNvPr>
          <p:cNvSpPr txBox="1"/>
          <p:nvPr/>
        </p:nvSpPr>
        <p:spPr>
          <a:xfrm>
            <a:off x="1408386" y="1670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对比不同类目、不同卖家的价格水平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97C40-9984-025A-3500-1DBDCF262F11}"/>
              </a:ext>
            </a:extLst>
          </p:cNvPr>
          <p:cNvSpPr txBox="1"/>
          <p:nvPr/>
        </p:nvSpPr>
        <p:spPr>
          <a:xfrm>
            <a:off x="1408386" y="24586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发现系统性的价格差异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D3D07-D4BA-ED23-014E-9ED8CA8C1F56}"/>
              </a:ext>
            </a:extLst>
          </p:cNvPr>
          <p:cNvSpPr txBox="1"/>
          <p:nvPr/>
        </p:nvSpPr>
        <p:spPr>
          <a:xfrm>
            <a:off x="1965434" y="30480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图例</a:t>
            </a:r>
            <a:r>
              <a:rPr lang="zh-CN" altLang="en-US" dirty="0"/>
              <a:t>？ 数据？？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087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B4B1-F83D-DE67-E030-1EC6D3EB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4D9BF-90EB-7984-4452-750C1E0F0534}"/>
              </a:ext>
            </a:extLst>
          </p:cNvPr>
          <p:cNvSpPr txBox="1"/>
          <p:nvPr/>
        </p:nvSpPr>
        <p:spPr>
          <a:xfrm>
            <a:off x="546537" y="8400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用统计方法标记异常高价</a:t>
            </a:r>
            <a:r>
              <a:rPr lang="en-US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低价订单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6FBE6-76F8-84AD-9611-0E24B737ECB7}"/>
              </a:ext>
            </a:extLst>
          </p:cNvPr>
          <p:cNvSpPr txBox="1"/>
          <p:nvPr/>
        </p:nvSpPr>
        <p:spPr>
          <a:xfrm>
            <a:off x="546537" y="19541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从几千条订单中聚焦几十条可疑订单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BA60B-2BFF-D504-DA84-EE97F4E139BB}"/>
              </a:ext>
            </a:extLst>
          </p:cNvPr>
          <p:cNvSpPr txBox="1"/>
          <p:nvPr/>
        </p:nvSpPr>
        <p:spPr>
          <a:xfrm>
            <a:off x="1965434" y="30480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图例</a:t>
            </a:r>
            <a:r>
              <a:rPr lang="zh-CN" altLang="en-US" dirty="0"/>
              <a:t>？ 数据？？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58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3B08-9EF4-2A08-CC54-39D5FC0D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11829-B2EB-83DC-0B6F-28877A00B06D}"/>
              </a:ext>
            </a:extLst>
          </p:cNvPr>
          <p:cNvSpPr txBox="1"/>
          <p:nvPr/>
        </p:nvSpPr>
        <p:spPr>
          <a:xfrm>
            <a:off x="1030014" y="1186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建立回归模型，量化价格影响因素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3CCD3-4D59-7244-E043-FA9F50225F4A}"/>
              </a:ext>
            </a:extLst>
          </p:cNvPr>
          <p:cNvSpPr txBox="1"/>
          <p:nvPr/>
        </p:nvSpPr>
        <p:spPr>
          <a:xfrm>
            <a:off x="1030014" y="19541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解释</a:t>
            </a:r>
            <a:r>
              <a:rPr lang="en-US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为什么这个价格高</a:t>
            </a:r>
            <a:r>
              <a:rPr lang="en-US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低</a:t>
            </a:r>
            <a:r>
              <a:rPr lang="en-US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7D921-9A62-9AD9-7A66-48A47D80D345}"/>
              </a:ext>
            </a:extLst>
          </p:cNvPr>
          <p:cNvSpPr txBox="1"/>
          <p:nvPr/>
        </p:nvSpPr>
        <p:spPr>
          <a:xfrm>
            <a:off x="1965434" y="30480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图例</a:t>
            </a:r>
            <a:r>
              <a:rPr lang="zh-CN" altLang="en-US" dirty="0"/>
              <a:t>？ 数据？？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792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AF16-2C2D-6FDE-6870-7A2CCFC0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CB2853-1928-DF5A-42EE-041204DF7AA3}"/>
              </a:ext>
            </a:extLst>
          </p:cNvPr>
          <p:cNvSpPr txBox="1"/>
          <p:nvPr/>
        </p:nvSpPr>
        <p:spPr>
          <a:xfrm>
            <a:off x="945931" y="1407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构建随机森林预测模型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7CEF3-42A6-8603-C713-1E3B51E1A068}"/>
              </a:ext>
            </a:extLst>
          </p:cNvPr>
          <p:cNvSpPr txBox="1"/>
          <p:nvPr/>
        </p:nvSpPr>
        <p:spPr>
          <a:xfrm>
            <a:off x="945931" y="22379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为未来采购提供价格基准参考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923F5-D389-F3ED-EFAA-F41782BA758D}"/>
              </a:ext>
            </a:extLst>
          </p:cNvPr>
          <p:cNvSpPr txBox="1"/>
          <p:nvPr/>
        </p:nvSpPr>
        <p:spPr>
          <a:xfrm>
            <a:off x="1965434" y="30480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图例</a:t>
            </a:r>
            <a:r>
              <a:rPr lang="zh-CN" altLang="en-US" dirty="0"/>
              <a:t>？ 数据？？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262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43A0-1279-A95A-A5E3-B09A6A77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041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597D-330F-F4B6-6796-F5D53A9B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13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88AA-90C8-A6D2-2E71-FB3D2CE9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0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187</Words>
  <Application>Microsoft Macintosh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Xiong</dc:creator>
  <cp:lastModifiedBy>Min Xiong</cp:lastModifiedBy>
  <cp:revision>5</cp:revision>
  <dcterms:created xsi:type="dcterms:W3CDTF">2026-03-23T15:09:42Z</dcterms:created>
  <dcterms:modified xsi:type="dcterms:W3CDTF">2026-03-24T02:37:36Z</dcterms:modified>
</cp:coreProperties>
</file>